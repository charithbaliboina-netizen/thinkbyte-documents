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ThinkByte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Scope-Based Projects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E7EB"/>
                </a:solidFill>
                <a:latin typeface="Calibri"/>
              </a:defRPr>
            </a:pPr>
            <a:r>
              <a:t>Production-Grade AI Systems Delivered on Your Timeline and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8105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20+ Production Systems Shipped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5176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8163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30+ AI &amp; Agent Engineers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65760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82219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Industries: Healthcare, HR, SEO, Architecture, Enterprise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035040"/>
            <a:ext cx="10698480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Confidential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Flexible Engagement Models That Fit Your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337560" cy="21945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15467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PRODUCTION AI AGENT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Complete multi-agent systems from architecture to deployment.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3-6 month timeline.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Includes monitoring, error handling, cost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188720"/>
            <a:ext cx="3337560" cy="21945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79" y="1234440"/>
            <a:ext cx="315467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AI INTEGRATION &amp;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73736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Embed agents into Teams, Slack, CRM, ATS.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End-to-end workflow automation (80-90% coverage).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Real-time event-driven architectures.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337560" cy="21945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315467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HEALTHCARE AI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Patent-worthy innovation with clinical validation.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HIPAA-compliant architecture.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Elderly/patient-accessible UX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657600"/>
            <a:ext cx="3337560" cy="21945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79" y="3703320"/>
            <a:ext cx="315467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8404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ENTERPRISE AI 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20624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Framework selection (LangGraph vs AutoGen vs CrewAI).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Architecture design for scalability.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Technical debt reduction and AI system rescue.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188720"/>
            <a:ext cx="4389120" cy="49377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280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6916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Agent Frameworks: LangGraph, AutoGen, Agents SDK, LlamaIndex, CrewAI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LLM Integration: OpenAI GPT-4, Anthropic Claude, Google Gemini, Llama 3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RAG &amp; Vector DBs: Pinecone, Weaviate, Chroma, Qdrant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Orchestration: LangChain, LlamaIndex, agent memory systems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Backend: FastAPI, Node.js, PostgreSQL, Supabase, Redis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Frontend: React, Next.js 15, TypeScript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Mobile: Flutter, FlutterFlow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Flexible options: Dedicated team | Fixed-price MVP/prototype | Code review &amp; optimization | Ongoing support &amp; enhancement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SEOBYTE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Multi-Agent SEO Automation with 20+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AI-Powered SEO Automation &amp; Content Growth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Technology / Marketing</a:t>
            </a:r>
          </a:p>
          <a:p>
            <a:pPr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Description: AI-powered SEO automation platform that helps businesses accelerate organic growth through intelligent content strategy, analytics, and SEO task automation.</a:t>
            </a:r>
          </a:p>
          <a:p>
            <a:pPr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Situation: SEO agencies spend 1 week on keyword research, 4 hours on content briefs, and 3 days on site audits per project. SEOByte needed an AI platform to automate the entire SEO execution pipeline.</a:t>
            </a:r>
          </a:p>
          <a:p>
            <a:pPr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Complication: Required orchestrating 20+ specialized AI agents with complex interdependencies, building custom topical clustering algorithms, integrating RAG for client-specific knowledge bases, and implementing human-in-loop quality control.</a:t>
            </a:r>
          </a:p>
          <a:p>
            <a:pPr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- 20+ specialized agents orchestrated with LangGraph (onboarding, keyword research, SERP analysis, clustering, content generation, auditing)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Custom topical clustering algorithms for semantic keyword grouping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RAG system for private knowledge base integration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Editable prompt system with human-in-loop checkpoints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FastAPI backend + Next.js dashboard with real-time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97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300%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Organic traffic growth in 3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97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99.6%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Faster keyword research</a:t>
            </a:r>
            <a:br/>
            <a:r>
              <a:t>(1 week to 30 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240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313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624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Faster content briefs</a:t>
            </a:r>
            <a:br/>
            <a:r>
              <a:t>(4 hrs to 15 min)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240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313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624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Faster site audits</a:t>
            </a:r>
            <a:br/>
            <a:r>
              <a:t>(3 days to 4 hrs)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383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767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AI agents with full observability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383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767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Workflow automation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526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59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910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Reduction in AI API costs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526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860-3,080%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910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Client traffic increases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6928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Delivered in: 5 months</a:t>
            </a:r>
          </a:p>
          <a:p>
            <a:pPr>
              <a:spcAft>
                <a:spcPts val="27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Python, LangGraph, LangChain, OpenAI GPT-4, Anthropic Claude, Pinecone/Weaviate, FastAPI, React, Next.js, TypeScript, PostgreSQL, Redis, Celery, AWS</a:t>
            </a:r>
          </a:p>
          <a:p>
            <a:pPr>
              <a:spcAft>
                <a:spcPts val="270"/>
              </a:spcAft>
              <a:defRPr sz="900" b="0">
                <a:solidFill>
                  <a:srgbClr val="3B82F6"/>
                </a:solidFill>
                <a:latin typeface="Calibri"/>
              </a:defRPr>
            </a:pPr>
            <a:r>
              <a:t>URL: https://app.seobyte.ai/</a:t>
            </a:r>
          </a:p>
          <a:p>
            <a:pPr>
              <a:spcAft>
                <a:spcPts val="270"/>
              </a:spcAft>
              <a:defRPr sz="800" b="0">
                <a:solidFill>
                  <a:srgbClr val="E5E7EB"/>
                </a:solidFill>
                <a:latin typeface="Calibri"/>
              </a:defRPr>
            </a:pPr>
            <a:r>
              <a:t>Testimonial: "SeoByte has been a game-changer for our online presence. Their strategies boosted our website's visibility, improved search engine rankings, and led to a significant increase in inquiries and sales." - Founder, D2C Smart Water Purifier Brand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NINJAHIRE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Recruitment Platform - 20+ Agents Supervisor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AI-Powered Talent Acquisition Copilot &amp; Hiring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Recruiting &amp; Talent Acquisition</a:t>
            </a:r>
          </a:p>
          <a:p>
            <a:pPr>
              <a:spcAft>
                <a:spcPts val="3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Core Product: Talent Acquisition Copilot, Hiring Workflow Automation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Description: AI-powered recruitment agent designed to act as a dedicated co-pilot for hiring managers and recruiters. Manages the entire hiring lifecycle through natural conversational workflows.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Situation: Recruiting teams managing 500+ applicants monthly faced 2 full days of manual effort per hiring cycle. Fragmented workflows across multiple tools.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Complication: Required supervisor-based architecture coordinating 20+ specialized agents: intelligent task routing, multi-step workflow orchestration, persistent memory across long-running recruitment cycles, bidirectional ATS sync, real-time Microsoft Teams integration.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LangGraph supervisor architecture routing tasks to 20+ specialized sub-agents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Agents for: resume parsing, skill matching, screening, shortlisting, email/SMS/LinkedIn outreach, interview scheduling, feedback collection, pipeline mgmt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Persistent memory with vector database for context across multi-day workflows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Event-driven ATS integration with real-time bidirectional sync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Microsoft Teams API integration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Editable prompt system for recruiter customization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97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Faster candidate screening</a:t>
            </a:r>
            <a:br/>
            <a:r>
              <a:t>(2 days to 2 hours)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97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481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Reduced hiring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240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313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624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Improved candidate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240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313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624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Cost per hire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383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767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Automation of recruitment 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383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456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767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Candidate processing volume</a:t>
            </a:r>
            <a:br/>
            <a:r>
              <a:t>(500+/month)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526280"/>
            <a:ext cx="2286000" cy="9601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59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9103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Specialized agents orchestrated</a:t>
            </a:r>
            <a:br/>
            <a:r>
              <a:t>by single supervisor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4754880"/>
            <a:ext cx="4754880" cy="4572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Full workflow transparency with LangSmith tracing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Delivered in: 2 months</a:t>
            </a:r>
          </a:p>
          <a:p>
            <a:pPr>
              <a:spcAft>
                <a:spcPts val="27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LangChain, LangSmith, OpenAI GPT-4, Pinecone/Weaviate, Python, FastAPI, Celery, Redis, PostgreSQL, React, Next.js, TypeScript, Microsoft Teams API, Microsoft Graph API</a:t>
            </a:r>
          </a:p>
          <a:p>
            <a:pPr>
              <a:spcAft>
                <a:spcPts val="270"/>
              </a:spcAft>
              <a:defRPr sz="900" b="0">
                <a:solidFill>
                  <a:srgbClr val="3B82F6"/>
                </a:solidFill>
                <a:latin typeface="Calibri"/>
              </a:defRPr>
            </a:pPr>
            <a:r>
              <a:t>URL: https://www.ninjahire.co/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ANVAYAA DEMENTIA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Patent-Pending AI-Powered Dementia Care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Smart Dementia Care &amp; Caregiver Support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Healthcare, Elder Care, Dementia Care, Caregiver Support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Description: Dedicated caregiving application designed to make dementia support more structured, personalized, and effective. Brings together tailored cognitive activities, smart reminders, expert consultations, and service booking.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Situation: 8.8 million people in India live with dementia, creating massive caregiver burden for families managing daily care, behavioral changes, and fragmented healthcare coordination.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Complication: Required building 6+ AI systems: adaptive activity generation, memory box with AI photo organization and story generation, behavioral prediction models, quality of life tracking, PWD profiling, and real-time care recommendations - all with elderly-accessible UX, offline functionality, multilingual support, and HIPAA-equivalent compliance.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Cross-platform Flutter app (iOS + Android) with offline-first architecture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- 6+ AI systems using LangChain/LangGraph + GPT-4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Custom TensorFlow models for behavioral prediction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Memory Box AI with photo analysis, story generation, video compilation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Real-time backend (Firebase + Supabase) with multi-device sync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Elderly-accessible UI with voice interface and 6+ language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972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4813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Reduction in caregiver</a:t>
            </a:r>
            <a:br/>
            <a:r>
              <a:t>stress and burden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972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4813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Star rating with positive</a:t>
            </a:r>
            <a:br/>
            <a:r>
              <a:t>family testimonials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231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496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Patent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80720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Application filed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4231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496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0720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AI systems: adaptive activities,</a:t>
            </a:r>
            <a:br/>
            <a:r>
              <a:t>memory box, predictions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749039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38221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13308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Daily patient engagement</a:t>
            </a:r>
            <a:br/>
            <a:r>
              <a:t>with personalized games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749039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8221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50K+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13308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Downloads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928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Delivered in: 6 months</a:t>
            </a:r>
          </a:p>
          <a:p>
            <a:pPr>
              <a:spcAft>
                <a:spcPts val="27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Flutter, Dart, LangChain, LangGraph, OpenAI GPT-4, TensorFlow, Firebase, Supabase, PostgreSQL, Google Vision API, Node.js, Python</a:t>
            </a:r>
          </a:p>
          <a:p>
            <a:pPr>
              <a:spcAft>
                <a:spcPts val="270"/>
              </a:spcAft>
              <a:defRPr sz="900" b="0">
                <a:solidFill>
                  <a:srgbClr val="3B82F6"/>
                </a:solidFill>
                <a:latin typeface="Calibri"/>
              </a:defRPr>
            </a:pPr>
            <a:r>
              <a:t>URLs: http://dementiacare.anvayaa.com/ | Android &amp; iPhone apps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PIAXIS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AI-Powered Architectural Detail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80% Detailing Time Reduction for Architectural Firms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Architecture / Construction Technology</a:t>
            </a:r>
          </a:p>
          <a:p>
            <a:pPr>
              <a:spcAft>
                <a:spcPts val="3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Function: Architectural Detail Management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Description: Full-stack AI solution with Revit plugin that automates architectural detailing while maintaining professional quality and firm-specific standards.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Situation: Architectural firms spend 30-40% of project time on repetitive construction documentation in Autodesk Revit.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Complication: Required real-time Revit API integration without workflow disruption, AI models trained on architectural conventions, support for multiple firm graphic standards, and enterprise-grade cloud infrastructure.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.NET/C# Revit plugin with intuitive toolbar + Design Automation API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Python AI engine using LangGraph + Weaviate for intelligent detail generation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FastAPI backend with multi-tenant architecture on AWS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Next.js web platform for firm administration and analytics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Ongoing: SOC2 prep, VAPT remediation, code signing, Autodesk App Store submission, MS Clarity analytics, template projects, Revit version upgrade support (2023-2025)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972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4813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Detailing time reduction</a:t>
            </a:r>
            <a:br/>
            <a:r>
              <a:t>(1 week to 8 hours)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972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170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5-20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4813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Architectural firms</a:t>
            </a:r>
            <a:br/>
            <a:r>
              <a:t>actively using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231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496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500-1K+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80720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Annual hours saved</a:t>
            </a:r>
            <a:br/>
            <a:r>
              <a:t>per firm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42316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496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0720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System uptime with</a:t>
            </a:r>
            <a:br/>
            <a:r>
              <a:t>enterprise reliability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749039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38221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4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13308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Full-stack solution</a:t>
            </a:r>
            <a:br/>
            <a:r>
              <a:t>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6928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Team: 4-person focused squad (Backend Dev, Frontend Dev, Technical Lead)</a:t>
            </a:r>
          </a:p>
          <a:p>
            <a:pPr>
              <a:spcAft>
                <a:spcPts val="27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Python, LangGraph, Weaviate, FastAPI, .NET/C#, React, Next.js, TypeScript, AWS (EC2, Lambda, S3), PostgreSQL, Redis, Docker</a:t>
            </a:r>
          </a:p>
          <a:p>
            <a:pPr>
              <a:spcAft>
                <a:spcPts val="270"/>
              </a:spcAft>
              <a:defRPr sz="900" b="0">
                <a:solidFill>
                  <a:srgbClr val="3B82F6"/>
                </a:solidFill>
                <a:latin typeface="Calibri"/>
              </a:defRPr>
            </a:pPr>
            <a:r>
              <a:t>URL: https://piaxis.ai/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ANVAYAA ELDER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Smart Elder Care Management &amp; Support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Ensuring Elderly Parents Live Safe, Dignified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Healthcare - Elder Care Management, Senior Citizen Services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Description: Parent care platform that ensures elderly parents live safe, dignified, and emotionally supported lives when families are away. Acts as an extended family by combining on-ground support with dedicated care managers.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Problem: Families living away from elderly parents face constant anxiety about their safety, health, and emotional well-being. Existing elder care options lacked centralized coordination.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Solution: On-ground support, regular check-ins, and proactive care management delivered through a centralized digital platform.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Centralized digital platform for care coordination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Real-time care management with on-ground support teams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Emergency response system with rapid deployment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Proactive health monitoring and check-in systems</a:t>
            </a:r>
          </a:p>
          <a:p>
            <a:pPr>
              <a:spcAft>
                <a:spcPts val="30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- Service booking and expert consultations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755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Care quality</a:t>
            </a:r>
            <a:br/>
            <a:r>
              <a:t>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37160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55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Emergency response</a:t>
            </a:r>
            <a:br/>
            <a:r>
              <a:t>operational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8346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321868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Cities across India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8346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21868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Tech: React, Next.js, Node.js, PostgreSQL, Flutter, Firebase</a:t>
            </a:r>
          </a:p>
          <a:p>
            <a:pPr>
              <a:spcAft>
                <a:spcPts val="270"/>
              </a:spcAft>
              <a:defRPr sz="900" b="0">
                <a:solidFill>
                  <a:srgbClr val="3B82F6"/>
                </a:solidFill>
                <a:latin typeface="Calibri"/>
              </a:defRPr>
            </a:pPr>
            <a:r>
              <a:t>URL: https://anvayaa.com/</a:t>
            </a:r>
          </a:p>
          <a:p>
            <a:pPr>
              <a:spcAft>
                <a:spcPts val="270"/>
              </a:spcAft>
              <a:defRPr sz="800" b="0">
                <a:solidFill>
                  <a:srgbClr val="E5E7EB"/>
                </a:solidFill>
                <a:latin typeface="Calibri"/>
              </a:defRPr>
            </a:pPr>
            <a:r>
              <a:t>Testimonial: "Anvayaa gives us peace of mind knowing our parents are cared for like family, even when we are miles away." - Care Subscriber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GCCX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AI-Powered Global Capability Center Decision &amp; Setup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Faster, Data-Backed Expansion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Global Capability Centers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Description: Intelligent platform that helps global enterprises evaluate, plan, and initiate their India GCC setup through AI-driven insights, cost simulation, and structured request workflows.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Problem: Enterprises lack a centralized, data-driven system to evaluate GCC expansion opportunities and manage setup requests efficiently.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Solution: AI-powered insights, cost simulation, and automated reporting in a single decision-support platform.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Capabilities: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AI Insights Assistant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India Opportunity Calculator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Request Submission Workflow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Automated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755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Faster setup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37160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55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Cost reduction for</a:t>
            </a:r>
            <a:br/>
            <a:r>
              <a:t>global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8346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321868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Success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8346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21868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11430000" cy="5486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Tech: TypeScript, Next.js, OpenAI, Supabase, Resend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EPIRELIEF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Smart Seizure Management &amp; Emergency Response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Helping Individuals with Epilepsy Take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Healthcare - Epilepsy Management, Seizure Detection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Description: Helps individuals with epilepsy take control of their condition through smart seizure logging, medication management, and real-time emergency notifications. HIPAA Compliant.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Problem: Manual tracking &amp; delayed response for seizure events.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Solution: Automated seizure logging &amp; alerts with real-time notifications.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Smart seizure logging with pattern recognition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Real-time emergency notification system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Medication management and reminder system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Seizure detection algorithms with high accuracy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- Emergency-accessible UX for patients and caregivers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59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1755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Faster emergency</a:t>
            </a:r>
            <a:br/>
            <a:r>
              <a:t>response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37160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5564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User adoption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8346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321868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Seizure detection</a:t>
            </a:r>
            <a:br/>
            <a: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8346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907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21868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Tech: React Native, Node.js, PostgreSQL, Firebase, TensorFlow Lite</a:t>
            </a:r>
          </a:p>
          <a:p>
            <a:pPr>
              <a:spcAft>
                <a:spcPts val="270"/>
              </a:spcAft>
              <a:defRPr sz="900" b="0">
                <a:solidFill>
                  <a:srgbClr val="E5E7EB"/>
                </a:solidFill>
                <a:latin typeface="Calibri"/>
              </a:defRPr>
            </a:pPr>
            <a:r>
              <a:t>Testimonial: "EpiRelief has significantly improved how we monitor seizures and respond to emergencies." - Clinical Program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CASE STUDY: SLIDEXPRESS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AI-Powered PPT Enhancement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30-80% Instant Improvement in Presentation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B2B Presentation Design &amp; Marketing Communications</a:t>
            </a:r>
          </a:p>
          <a:p>
            <a:pPr>
              <a:spcAft>
                <a:spcPts val="3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Client: Slidexpress Private Limited (Founded 2009, ex-McKinsey professionals)</a:t>
            </a:r>
          </a:p>
          <a:p>
            <a:pPr>
              <a:spcAft>
                <a:spcPts val="3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Location: Mumbai + New York office  |  Team Size: ~90 employees (15% YoY growth)</a:t>
            </a:r>
          </a:p>
          <a:p>
            <a:pPr>
              <a:spcAft>
                <a:spcPts val="30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Serves: Fortune 500, consulting firms, financial institutions, startups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Description: AI-powered PPT enhancement tool that takes content-level presentations and improves formatting &amp; design automatically. Differentiation: Not creating PPTs from scratch - enhancing existing ones.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Target: 30-80% instant improvement in presentation quality.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Market: B2B enterprise - large corporates, consulting firms with brand guidelines.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How We Got This: Referral from Swetha (Piaxis) - existing ThinkByte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97280"/>
            <a:ext cx="4754880" cy="4114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ENGAGEMENT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Team: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Full-time Engineer + Senior Architect (~5 hrs/week)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Working Model: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Aligned with client business hours, Slack/Teams communication, AI-assisted development encouraged</a:t>
            </a: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 Stack:</a:t>
            </a:r>
          </a:p>
          <a:p>
            <a:pPr>
              <a:spcAft>
                <a:spcPts val="30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React.js, Next.js, TypeScript, Node.js, Python, OpenAI, Claude APIs, PPTX parsing &amp; manipulation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430000" cy="73152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000" b="1">
                <a:solidFill>
                  <a:srgbClr val="10B981"/>
                </a:solidFill>
                <a:latin typeface="Calibri"/>
              </a:defRPr>
            </a:pPr>
            <a:r>
              <a:t>Status: Active engagement - currently in delivery phase (started March 2026)</a:t>
            </a:r>
          </a:p>
          <a:p>
            <a:pPr>
              <a:spcAft>
                <a:spcPts val="270"/>
              </a:spcAft>
              <a:defRPr sz="900" b="0">
                <a:solidFill>
                  <a:srgbClr val="3B82F6"/>
                </a:solidFill>
                <a:latin typeface="Calibri"/>
              </a:defRPr>
            </a:pPr>
            <a:r>
              <a:t>URL: slidexpress.com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MORE PROJECTS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Technology Partnerships &amp; Additional Service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AI TECHNOLOGY PARTNER - NIROGGYAN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Industry: Healthcare - Diagnostic Reports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ThinkByte provides technology and AI solutions for Niroggyan, making diagnostic reports more accessible and actionable.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We serve as their full technology and AI solution partner.</a:t>
            </a:r>
          </a:p>
          <a:p>
            <a:pPr>
              <a:spcAft>
                <a:spcPts val="359"/>
              </a:spcAft>
              <a:defRPr sz="1000" b="0">
                <a:solidFill>
                  <a:srgbClr val="3B82F6"/>
                </a:solidFill>
                <a:latin typeface="Calibri"/>
              </a:defRPr>
            </a:pPr>
            <a:r>
              <a:t>URL: https://www.niroggyan.com/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53035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CUSTOM AUTOMATION &amp; WORKFLOW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51206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Automate repetitive tasks, optimize business workflows, boost team productivity.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Build integration tools and system automation that save hours daily.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Eliminate manual errors with tailored scripts and utilities.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2971800"/>
            <a:ext cx="53035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AI-POWERED DATA EXTRACTION &amp; DOCUMENT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51206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Extract data from PDFs, invoices, forms, websites with 95%+ accuracy.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OCR, layout detection, table parsing using OpenAI Vision, AWS Textract, Azure AI.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Scalable ETL pipelines processing 10K+ docs/hour.</a:t>
            </a:r>
          </a:p>
          <a:p>
            <a:pPr>
              <a:spcAft>
                <a:spcPts val="35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Tech: Python, .NET, OpenCV, AWS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WHY CLIENTS CHOOSE THINKBYTE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Our Clients Consistently Say About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Production-grade AI systems,</a:t>
            </a:r>
            <a:br/>
            <a:r>
              <a:t>not just POCs or demos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058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0972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097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1430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Deep multi-agent expertise</a:t>
            </a:r>
            <a:br/>
            <a:r>
              <a:t>(supervisor patterns, 20+ agent orchestration)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058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0972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097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1430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Healthcare innovation resulting</a:t>
            </a:r>
            <a:br/>
            <a:r>
              <a:t>in patent applications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0058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719" y="10972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097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1430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Enterprise integration mastery</a:t>
            </a:r>
            <a:br/>
            <a:r>
              <a:t>(Teams, Slack, ATS, Revit)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146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26060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517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Measurable business outcomes</a:t>
            </a:r>
            <a:br/>
            <a:r>
              <a:t>(90% time savings, 60% cost reduction)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5146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29000" y="26060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6517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Rapid delivery</a:t>
            </a:r>
            <a:br/>
            <a:r>
              <a:t>(3-6 months from concept to production)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5146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59" y="26060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6517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Technical depth in both</a:t>
            </a:r>
            <a:br/>
            <a:r>
              <a:t>AI/ML and full-stack engineering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5146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15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19" y="26060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19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6517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  <a:latin typeface="Calibri"/>
              </a:defRPr>
            </a:pPr>
            <a:r>
              <a:t>Team consistency with dedicated</a:t>
            </a:r>
            <a:br/>
            <a:r>
              <a:t>engineers throughout project lifecycle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20624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FEATURED CLIENTS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NinjaHire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AI Recruitment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Calibri"/>
              </a:defRPr>
            </a:pPr>
            <a:r>
              <a:t>ninjahire.co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Anvayaa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Elder Care &amp; Dementia Care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212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Calibri"/>
              </a:defRPr>
            </a:pPr>
            <a:r>
              <a:t>anvayaa.com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SEOByte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End-to-end AI Technology Partner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212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Calibri"/>
              </a:defRPr>
            </a:pPr>
            <a:r>
              <a:t>seobyte.ai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Niroggyan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Technology and AI Solutions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5212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Calibri"/>
              </a:defRPr>
            </a:pPr>
            <a:r>
              <a:t>niroggyan.com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PiAxis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5E7EB"/>
                </a:solidFill>
                <a:latin typeface="Calibri"/>
              </a:defRPr>
            </a:pPr>
            <a:r>
              <a:t>Architecture &amp; Construction Automation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212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Calibri"/>
              </a:defRPr>
            </a:pPr>
            <a:r>
              <a:t>piaxis.ai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7200" y="6217920"/>
            <a:ext cx="11247120" cy="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thinkbyte.ai  |  linkedin.com/company/thinkbyte.ai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