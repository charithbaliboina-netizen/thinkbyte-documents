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DEVBYTE  |  THE AI-SDLC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DevByte Replaces Manual Coding with</a:t>
            </a:r>
            <a:br/>
            <a:r>
              <a:t>Autonomous Context-Driven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"/>
              </a:defRPr>
            </a:pPr>
            <a:r>
              <a:t>The AI-SDLC platform that shifts engineering from writing code to enabling agents with context.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108960"/>
            <a:ext cx="41148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3832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Platform Architecture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3-Tier Knowledge System  |  3-Phase Autonomous Workflow</a:t>
            </a:r>
          </a:p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LangGraph Orchestration  |  Git Worktree Parallelization</a:t>
            </a:r>
          </a:p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90% One-Shot Success Rate on Routine Tasks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06B6D4"/>
                </a:solidFill>
                <a:latin typeface="Calibri"/>
              </a:defRPr>
            </a:pPr>
            <a:r>
              <a:t>+ Embed-Byte: Firmware Intelligence Platform - MISRA C:2025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417320"/>
            <a:ext cx="32918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AGENT 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agents execute stories autonomously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Humans define context, agents write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83464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880360"/>
            <a:ext cx="32918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PRODUCTION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20+ AI systems shipped to production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4 case studies: 860-3,080%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9768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4343400"/>
            <a:ext cx="3291839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EMBED-BYTE 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Live deployment: GVS-DECK (Railway)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STM32H743ZI + MISRA C:2025 + KAVACH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ThinkByte Technologies  |  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SDLC Evolved from Waterfall to Agile.</a:t>
            </a:r>
            <a:br/>
            <a:r>
              <a:t>The Next Shift Is from Human Execution to Agent Execution.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79"/>
            <a:ext cx="3108960" cy="3657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A3AF"/>
                </a:solidFill>
                <a:latin typeface="Calibri"/>
              </a:defRPr>
            </a:pPr>
            <a:r>
              <a:t>PHASE 1: 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9CA3AF"/>
                </a:solidFill>
                <a:latin typeface="Calibri"/>
              </a:defRPr>
            </a:pPr>
            <a:r>
              <a:t>10+ Years Ago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Entire versions built monolithically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3-12 months between releases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Bug fixes waited 6-9 months to ship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Migration = multi-day exercises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Bottleneck: Deployment cadence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240279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2: AGILE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Last 10 Years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Epics broken into sprint-sized stories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1-4 week sprint cycles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Continuous deployment at sprint end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2 features/month vs 10 features/6 months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Bottleneck: Human coding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79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PHASE 3: AI-DRIVEN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Now (DevByte)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agents execute stories from specs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2-week epic completed in 2 days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90% one-shot success on routine tasks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Parallel story execution via worktrees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Bottleneck: Context quality (solved)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"People are going to spend more time enabling agentic systems with context.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Once context is enabled, execution happens automatically." - Vinay Kovvuri, Co-Founder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Copilots Assist. DevByte Autonomously Executes.</a:t>
            </a:r>
            <a:br/>
            <a:r>
              <a:t>That Distinction Is the Entire Competitive Moat.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6517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Cursor / Copilot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Code CLI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Jira + Manual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DevByte / Embed-Byte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Reads Existing Codebase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Partial (file-level)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CLAUDE.md files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Full project context ingestion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MCU / Hardware Awareness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Datasheet-aware register maps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MISRA C:2025 Compliance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Built-in, zero violations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EN 50128 / ISO 26262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Auto-generated traceability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Planning Agents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Analyst, PM, Architect, SM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Parallelization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Single file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Single terminal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 branching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Git Worktree per story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Memory System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Session only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 persistence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Neo4j temporal + episodic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On-Premise / NDA-Safe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Local only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 - full on-prem option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One-Shot Execution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90% on routine tasks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General AI tools generate plausible code. Embed-Byte generates certified embedded firmware.</a:t>
            </a:r>
          </a:p>
          <a:p>
            <a:pPr>
              <a:spcAft>
                <a:spcPts val="480"/>
              </a:spcAft>
              <a:defRPr sz="1300" b="0">
                <a:solidFill>
                  <a:srgbClr val="3B82F6"/>
                </a:solidFill>
                <a:latin typeface="Calibri"/>
              </a:defRPr>
            </a:pPr>
            <a:r>
              <a:t>GitHub Copilot does not know what EN 50128 is. DevByte + Embed-Byte was purpose-built for safety-critical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THE DEVBYTE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Services, Two Databases, One Autonomous Execution Layer</a:t>
            </a:r>
            <a:br/>
            <a:r>
              <a:t>Purpose-Built for Agent-Driven SDLC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3774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+ BaaS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PostgreSQL (primary relational DB)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Auth, storage, real-time subscriptions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Declarative schema, auto migrations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59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1691640"/>
            <a:ext cx="23774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FASTAPI + 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Backend + Agent Orchestration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API layer + LangGraph agents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Planning + coding agent workflows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MCP integration for real-time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39" y="1691640"/>
            <a:ext cx="237743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NEXT.JS WEB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PM / Analyst / Designer Portal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Dashboard, knowledge base, docs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Epic &amp; story management, planning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Jira/Linear integration (planned)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691640"/>
            <a:ext cx="2377439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ELECTRON DESKTOP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8B5CF6"/>
                </a:solidFill>
                <a:latin typeface="Calibri"/>
              </a:defRPr>
            </a:pPr>
            <a:r>
              <a:t>Developer + Agent Execution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Full local filesystem access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Claude Code SDK integration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Git worktree management, terminals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Primary relational database hosted by Supabase. Projects, stories, tasks, user data, workflow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3891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4434840"/>
            <a:ext cx="31089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NEO4J GRAPH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Temporal and episodic memory. Step-by-step learnings, pattern discovery, agent decision history.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3891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434840"/>
            <a:ext cx="31089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WEAVIATE V8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37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Vector database for semantic search. Knowledge base embeddings across all 3 tiers. Context retrieval.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Why Two Frontends:  Web App = collaboration (no filesystem access)  |  Desktop App = execution (full local access, Git, IDE, agents)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Quality of AI Output Is a Direct Function of Context Quality.</a:t>
            </a:r>
            <a:br/>
            <a:r>
              <a:t>DevByte Solves This with a 3-Tier Knowledge Hierarchy.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"Feed bad context, the output will definitely be bad. Data science problems start with data cleaning and organization."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TIER 1: PLATFORM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Generic. Applies to ALL organizations.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31720"/>
            <a:ext cx="585215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LangGraph, Supabase, Python documentation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Framework best practices and patterns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Third-party library references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Provided by DevByte out of the 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749039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TIER 2: ORGANIZATION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Org-specific. Applies across ALL projects in the org.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5852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Tech stack preferences (Next.js, Supabase, FastAPI, Weaviate)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Coding standards, PR/commit conventions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Testing strategy, deployment processes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Common architectural patterns + templates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Enables faster project setup (e.g., Supabase + Next.js starter)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394959"/>
            <a:ext cx="54864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TIER 3: PROJECT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Project-specific. Can override org defaults.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440680"/>
            <a:ext cx="5852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PRDs, architecture docs, ADRs, project briefs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Business rules, scoring logic, matching algorithms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UI spec documents (color palette, spacing, components)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Technology overrides (e.g., MongoDB instead of Supabase)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Learnings promoted upward to Org Knowledge when reusable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AUTONOMOUS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DevByte Orchestrates Three Phases - Planning, Execution, and</a:t>
            </a:r>
            <a:br/>
            <a:r>
              <a:t>Deployment - as a Single Autonomous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PHASE 1: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Platform: 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Agents: Analyst, PM, Architect, SM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agents create PRDs, architecture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docs, and project briefs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Output feeds directly into knowledge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base as project-level context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F59E0B"/>
                </a:solidFill>
                <a:latin typeface="Calibri"/>
              </a:defRPr>
            </a:pPr>
            <a:r>
              <a:t>Defines WHAT to build, not HOW</a:t>
            </a:r>
          </a:p>
          <a:p>
            <a:pPr>
              <a:spcAft>
                <a:spcPts val="359"/>
              </a:spcAft>
              <a:defRPr sz="1100" b="0">
                <a:solidFill>
                  <a:srgbClr val="F59E0B"/>
                </a:solidFill>
                <a:latin typeface="Calibri"/>
              </a:defRPr>
            </a:pPr>
            <a:r>
              <a:t>Higher-level technical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9164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PHASE 2: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Platform: Desktop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Agent: Coding Agent (9-step workflow)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Discovery -&gt; fetch story details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Knowledge search -&gt; 3-tier context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 Context quality assessment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 Spec creation -&gt; implementation plan</a:t>
            </a:r>
          </a:p>
          <a:p>
            <a:pPr>
              <a:spcAft>
                <a:spcPts val="359"/>
              </a:spcAft>
              <a:defRPr sz="1100" b="0">
                <a:solidFill>
                  <a:srgbClr val="F59E0B"/>
                </a:solidFill>
                <a:latin typeface="Calibri"/>
              </a:defRPr>
            </a:pPr>
            <a:r>
              <a:t>5. Human review + approval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6. Task execution (real-time MCP)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7. Validation against acceptance criteria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8. Memory storage -&gt; Neo4j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9. Commit + push to story branch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3: REVIEW &amp;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Platform: Desktop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Agent: Merge Conflict Resolution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End-to-end testing of completed story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Code quality review + git diff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merge conflict resolution agent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(understands intent of both stories)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Human approval -&gt; push -&gt; PR -&gt; merge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Sequential merging ensures integrity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Human Responsibility: Strategy, context quality, spec approval, merge approval, architecture decisions</a:t>
            </a:r>
          </a:p>
          <a:p>
            <a:pPr>
              <a:spcAft>
                <a:spcPts val="48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Agent Responsibility: Code generation, testing, documentation, conflict resolution, status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PARALLELIZATION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Git Worktree Isolation Enables True Parallel Story</a:t>
            </a:r>
            <a:br/>
            <a:r>
              <a:t>Execution Without Merge Hell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How Parallel Execution Works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Story picked from backlog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957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New worktree created (full project copy)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977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797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New branch created (branch = story ID)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63824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63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Coding agent develops in isolation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4787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47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Story complete -&gt; commit to branch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Check for changes merged by others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31596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159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Merge conflict agent resolves (if needed)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70001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00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Human approval -&gt; sequential merge to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Architecture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11680"/>
            <a:ext cx="521208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05740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ISOLATION GUARANTEES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60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Each story gets its own worktree (full copy)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Agents code independently - zero interference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Multiple projects, epics, stories in parallel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Single desktop app manages all sessions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66160"/>
            <a:ext cx="521208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611879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MERGE INTEGRITY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Development: parallel across worktrees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Merging: ALWAYS sequential to main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Dependency tracking prevents premature starts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AI merge conflict agent understands both intents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1206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5166359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MEMORY &amp;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69279"/>
            <a:ext cx="4846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Neo4j stores step-by-step learnings per story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Pattern discovery -&gt; reusable org knowledge</a:t>
            </a:r>
          </a:p>
          <a:p>
            <a:pPr>
              <a:spcAft>
                <a:spcPts val="359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No existing tool has persistent memory like this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EMBED-BYTE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Not a Code Generator. A Firmware Intelligence Platform</a:t>
            </a:r>
            <a:br/>
            <a:r>
              <a:t>That Reads, Understands, and Generates Compliant Firmware.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384048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F4444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Developer Time Lost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Burned on compliance docs, MISRA</a:t>
            </a:r>
            <a:br/>
            <a:r>
              <a:t>justifications, and SDD writing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59" y="1828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Calibri"/>
              </a:defRPr>
            </a:pPr>
            <a:r>
              <a:t>8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Per SIL-4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Average time to write and verify a</a:t>
            </a:r>
            <a:br/>
            <a:r>
              <a:t>single SIL-4 compliant peripheral driver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1828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Re-verification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Triggered when requirements change</a:t>
            </a:r>
            <a:br/>
            <a:r>
              <a:t>on safety-critical firmware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F4444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Useful AI Tools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Number of AI tools that actually</a:t>
            </a:r>
            <a:br/>
            <a:r>
              <a:t>understand embedded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How Embed-Byte Works: 4 Steps, Under 10 Minutes to First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794759"/>
            <a:ext cx="23774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Ingests full codebase and hardware</a:t>
            </a:r>
            <a:br/>
            <a:r>
              <a:t>datasheets. One-time setup.</a:t>
            </a:r>
            <a:br/>
            <a:r>
              <a:t>No manual configuration.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59" y="3749039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599" y="3794759"/>
            <a:ext cx="23774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UNDERSTANDS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2976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Maps MCU register layout, RTOS</a:t>
            </a:r>
            <a:br/>
            <a:r>
              <a:t>version, compliance standard, and</a:t>
            </a:r>
            <a:br/>
            <a:r>
              <a:t>code architecture automatically.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799" y="3749039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39" y="3794759"/>
            <a:ext cx="2377439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79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GENERATES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42976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Produces compliant firmware, docs,</a:t>
            </a:r>
            <a:br/>
            <a:r>
              <a:t>and traceability - matching your</a:t>
            </a:r>
            <a:br/>
            <a:r>
              <a:t>existing code style and constraints.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749039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3794759"/>
            <a:ext cx="237743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19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VERIFIES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429767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Auto-checked against MISRA C:2025.</a:t>
            </a:r>
            <a:br/>
            <a:r>
              <a:t>Zero violations. Traceability headers</a:t>
            </a:r>
            <a:br/>
            <a:r>
              <a:t>included automatically.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39496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440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400" b="1">
                <a:solidFill>
                  <a:srgbClr val="06B6D4"/>
                </a:solidFill>
                <a:latin typeface="Calibri"/>
              </a:defRPr>
            </a:pPr>
            <a:r>
              <a:t>MISRA C:2025 LIVE  |  EN 50128 LIVE  |  ON-PREM READY  |  STM32 + ARM Cortex-M LIVE  |  ISO 26262 Q3 2026</a:t>
            </a:r>
          </a:p>
          <a:p>
            <a:pPr>
              <a:spcAft>
                <a:spcPts val="48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Embed-Byte reads your existing codebase, understands your hardware, and generates compliant firmware - in under 10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PLATFORM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Multiple MCUs. Multiple Compliance Standards.</a:t>
            </a:r>
            <a:br/>
            <a:r>
              <a:t>Six Agentic Workflows. One Platform.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384048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MCU &amp; Compliance Coverage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468880"/>
              </a:tblGrid>
              <a:tr h="30044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MCU Platform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STM32F7 / F4 / H7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Full MISRA + EN 50128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ARM Cortex-M (M0-M7)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Entire STM32 family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ESP32 / ESP32-S3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NEXT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RISC-V + Xtensa IoT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NXP S32K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NEXT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ASIL-D automotive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AURIX TriCore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NEXT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Bosch, Continental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Renesas RH850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AUTOSAR Japan OEMs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389120"/>
          <a:ext cx="5029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011680"/>
              </a:tblGrid>
              <a:tr h="30044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MISRA C:2025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All Domains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EN 50128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Railway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ISO 26262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Automotive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IEC 61508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Industrial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DO-178C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Aerospace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IEC 62304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Medical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Agentic AI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148839"/>
            <a:ext cx="54864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FIRMWARE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Peripheral drivers, RTOS tasks, protocol</a:t>
            </a:r>
            <a:br/>
            <a:r>
              <a:t>handlers. MCU-aware. Compliance-first.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16352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862072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DOCUMENTATION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90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SDD, SRS alignment, MISRA justifications,</a:t>
            </a:r>
            <a:br/>
            <a:r>
              <a:t>traceability matrices - generated with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529584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3575303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753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COMPLIANCE 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039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Scans codebase, generates gap report,</a:t>
            </a:r>
            <a:br/>
            <a:r>
              <a:t>suggests targeted fixes per standard.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42816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288536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88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ARCHITECTURE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5171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AI-assisted firmware architecture based on</a:t>
            </a:r>
            <a:br/>
            <a:r>
              <a:t>MCU constraints + existing codebase patterns.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956048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5001768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01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PCB BRING-UP FIRMWARE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30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Reads hardware datasheet, generates validation</a:t>
            </a:r>
            <a:br/>
            <a:r>
              <a:t>firmware for new PCB designs - day 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669280"/>
            <a:ext cx="5212080" cy="640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5715000"/>
            <a:ext cx="54864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EDGE AI / TINYML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943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Quantization, memory profiling, inference</a:t>
            </a:r>
            <a:br/>
            <a:r>
              <a:t>integration for STM32/ESP32 - production-ready.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LIVE DEPLOYMENT: GVS-DECK  |  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Railway Electronics. Real Code. Real Compliance.</a:t>
            </a:r>
            <a:br/>
            <a:r>
              <a:t>Zero MISRA Violations on First Pass.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384048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92024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4846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GVS-DECK HARDWARE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MCU: STM32H743ZI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Flash: W25Q02 (QSPI)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ADC: MCP3564</a:t>
            </a:r>
          </a:p>
          <a:p>
            <a:pPr>
              <a:spcAft>
                <a:spcPts val="359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Compliance: MISRA C:2025 + EN 50128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Protocols: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KAVACH RS485  |  QUADSPI  |  SPI DMA  |  UART DMA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Team: 6 engineers (scalable to 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96596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WHAT EMBED-BYTE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Compliant Firmware Generation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KAVACH protocol handler, MCP3564 ADC driver,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W25Q02 QSPI flash module - zero MISRA violations.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Architectural Style Matching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Generated code matching GVS-DECK architecture -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naming conventions, brace style, explicit type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casts enforced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9-Week Deployment: 3 Phases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709159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7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Weeks 1-3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AI plugin on 6 STM32CubeIDE machines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GitHub org + CI/CD + MISRA pipeline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Claude integration + MCP server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Network/firewall + DevByte whitelist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66344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4709159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2: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1207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Weeks 4-6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20+ modules indexed into knowledge base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Coding standards captured (RAG search)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GVS-specific prompts + templates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Standard files, checklists, DMS research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66344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4709159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PHASE 3: CUSTOM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21207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Weeks 7-9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DevByte Eclipse plugin deployment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MISRA Agent + MISRA Fixer agents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HAL Generator (peripheral init code)</a:t>
            </a:r>
          </a:p>
          <a:p>
            <a:pPr>
              <a:spcAft>
                <a:spcPts val="359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All 6 devs + IT admin trained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GVS-DECK: First live deployment proving AI-driven SDLC works for safety-critical railway embedded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ROI + PRODUCTION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Math Is Simple: 30-40 Hours Saved Per Engineer Per Month.</a:t>
            </a:r>
            <a:br/>
            <a:r>
              <a:t>Rs 54L-96L Annual Savings for a Team of 10.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Embed-Byte ROI: Per Engineer, Per Month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5029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645920"/>
              </a:tblGrid>
              <a:tr h="350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Hours lost to MISRA docs/mo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40-60 hrs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Compliance overhead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Hours saved with Embed-Byte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30-40 hrs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60-70% reclaimed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Engineer cost (Sr, India)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Rs 150-200/hr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Baseline rate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Monthly saving / engineer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Rs 45K-80K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Direct cost savings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Annual saving (team of 10)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Rs 54L-96L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Compound ROI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9768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Reduction in compliance</a:t>
            </a:r>
            <a:br/>
            <a:r>
              <a:t>audit prep time per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29768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4343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6 wks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Faster time-to-market</a:t>
            </a:r>
            <a:br/>
            <a:r>
              <a:t>per product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One-Shot Execution + Production Track Record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0" y="201168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Category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One-Shot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Behavior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HAL driver configs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Pattern-match from Tier 1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KAVACH protocol handlers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Compliance-first generation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Bug fixes / patches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Resolve from spec + test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MISRA violation fixes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Auto-detect and auto-fix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Complex integrations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50-70%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Human-in-loop refinement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ThinkByte Production Deployments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SEOByte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20+ agents, 860-3,080% traffic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5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NinjaHire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20+ agents, 90% faster screening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6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Anvayaa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Patent-pending, 6+ AI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029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6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Piaxis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80% detailing time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5394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4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GVS-DECK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Zero MISRA violations, KAVACH protocol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5760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8640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5321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EMBED-BYTE PRICING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60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FREE 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9436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Rs 0 - 7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Full access on your real codebase.</a:t>
            </a:r>
            <a:br/>
            <a:r>
              <a:t>No credit card. Keep everything generated.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5760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ENGINEER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59436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Rs 8,000/mo per engineer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All generation + compliance + docs.</a:t>
            </a:r>
            <a:br/>
            <a:r>
              <a:t>VS Code / STM32CubeIDE integration.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760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TEAM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9436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Custom - Up to 10 Engineers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Gap analysis + architecture planning +</a:t>
            </a:r>
            <a:br/>
            <a:r>
              <a:t>priority support.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760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9436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Talk to Us - Unlimited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6126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On-premise deployment + custom compliance</a:t>
            </a:r>
            <a:br/>
            <a:r>
              <a:t>+ dedicated support + SLA uptime.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DevByte Is Live. EmbedByte Is Deploying.</a:t>
            </a:r>
            <a:br/>
            <a:r>
              <a:t>The Integration Timeline Is Weeks, Not Quarters.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Live &amp;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GVS-DECK live: STM32H743ZI + KAVACH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MISRA C:2025 + EN 50128: LIVE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6 engineers on Embed-Byte (Hyderabad)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DevByte internal use across ThinkByte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20+ production AI systems shipped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916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Q2-Q3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Scale MCU +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ESP32 / NXP S32K MCU support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ISO 26262 automotive compliance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IEC 61508 industrial compliance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AURIX TriCore support (Bosch, Continental)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Jira + Linear bidirectional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H2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Vertical Domination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DO-178C aerospace compliance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IEC 62304 medical device compliance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Renesas RH850 AUTOSAR support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Enterprise on-prem + SSO + audit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Multi-model support (beyond Claude)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698480" cy="15544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7-DAY FREE 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On your actual codebase and hardware.</a:t>
            </a:r>
            <a:br/>
            <a:r>
              <a:t>All features. No credit card. Keep everything.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Timeline: Start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TEAM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Embed-Byte deployed to your team.</a:t>
            </a:r>
            <a:br/>
            <a:r>
              <a:t>9-week rollout: Foundation -&gt; Knowledge -&gt;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Timeline: 2-9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ENTERPRISE ON-PREM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Custom compliance standards, dedicated</a:t>
            </a:r>
            <a:br/>
            <a:r>
              <a:t>support engineer, SLA-backed uptime.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Timeline: Talk to 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ThinkByte Technologies  |  thinkbyte.ai  |  sales@embed-byte.ai  |  Confidential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