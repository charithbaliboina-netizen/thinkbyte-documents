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DEVBYTE  |  THE AI-SDLC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DevByte Replaces Manual Coding with</a:t>
            </a:r>
            <a:br/>
            <a:r>
              <a:t>Autonomous Context-Driven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"/>
              </a:defRPr>
            </a:pPr>
            <a:r>
              <a:t>The AI-SDLC platform that shifts engineering from writing code to enabling agents with context.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108960"/>
            <a:ext cx="41148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3832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Platform Architecture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3-Tier Knowledge System  |  3-Phase Autonomous Workflow</a:t>
            </a:r>
          </a:p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LangGraph Orchestration  |  Git Worktree Parallelization</a:t>
            </a:r>
          </a:p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90% One-Shot Success Rate on Routine Tasks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06B6D4"/>
                </a:solidFill>
                <a:latin typeface="Calibri"/>
              </a:defRPr>
            </a:pPr>
            <a:r>
              <a:t>+ EmbedByte: Purpose-Built for Embedded Systems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417320"/>
            <a:ext cx="32918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AGENT 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agents execute stories autonomously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Humans define context, agents write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83464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880360"/>
            <a:ext cx="32918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PRODUCTION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20+ AI systems shipped to production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4 case studies: 860-3,080%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9768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4343400"/>
            <a:ext cx="3291839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EMBEDBYTE 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First paying client: GBS Tech (Railway)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STM32 controllers + embedded SDLC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ThinkByte Technologies  |  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SDLC Evolved from Waterfall to Agile.</a:t>
            </a:r>
            <a:br/>
            <a:r>
              <a:t>The Next Shift Is from Human Execution to Agent Execution.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79"/>
            <a:ext cx="3108960" cy="3657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A3AF"/>
                </a:solidFill>
                <a:latin typeface="Calibri"/>
              </a:defRPr>
            </a:pPr>
            <a:r>
              <a:t>PHASE 1: 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9CA3AF"/>
                </a:solidFill>
                <a:latin typeface="Calibri"/>
              </a:defRPr>
            </a:pPr>
            <a:r>
              <a:t>10+ Years Ago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Entire versions built monolithically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3-12 months between releases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Bug fixes waited 6-9 months to ship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Migration = multi-day exercises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Bottleneck: Deployment cadence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240279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2: AGILE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Last 10 Years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Epics broken into sprint-sized stories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1-4 week sprint cycles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Continuous deployment at sprint end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2 features/month vs 10 features/6 months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Bottleneck: Human coding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79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PHASE 3: AI-DRIVEN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Now (DevByte)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agents execute stories from specs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2-week epic completed in 2 days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90% one-shot success on routine tasks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Parallel story execution via worktrees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Bottleneck: Context quality (solved)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"People are going to spend more time enabling agentic systems with context.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Once context is enabled, execution happens automatically." - Vinay Kovvuri, Co-Founder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Copilots Assist. DevByte Autonomously Executes.</a:t>
            </a:r>
            <a:br/>
            <a:r>
              <a:t>That Distinction Is the Entire Competitive Moat.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651760"/>
              </a:tblGrid>
              <a:tr h="355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Cursor / Copilot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Code CLI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Jira + Manual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DevByte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Planning Agents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Analyst, PM, Architect, SM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Context Management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File-level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CLAUDE.md files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3-Tier Knowledge Hierarchy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Execution Model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Autocomplete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CLI one-shot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Human writes code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Autonomous story execution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Parallelization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Single file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Single terminal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 branching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Git Worktree per story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Memory System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Session only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 persistence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Neo4j temporal + episodic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Project Management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Full (no AI)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Full + AI agents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Merge Resolution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AI conflict resolution agent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One-Shot Execution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90% on routine tasks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DevByte is not an IDE plugin. It is the execution layer.</a:t>
            </a:r>
          </a:p>
          <a:p>
            <a:pPr>
              <a:spcAft>
                <a:spcPts val="480"/>
              </a:spcAft>
              <a:defRPr sz="1300" b="0">
                <a:solidFill>
                  <a:srgbClr val="3B82F6"/>
                </a:solidFill>
                <a:latin typeface="Calibri"/>
              </a:defRPr>
            </a:pPr>
            <a:r>
              <a:t>"Jira meets AI coding agents" - project management + autonomous code execution in one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THE DEVBYTE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Services, Two Databases, One Autonomous Execution Layer</a:t>
            </a:r>
            <a:br/>
            <a:r>
              <a:t>Purpose-Built for Agent-Driven SDLC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3774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+ BaaS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PostgreSQL (primary relational DB)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Auth, storage, real-time subscriptions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Declarative schema, auto migrations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59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1691640"/>
            <a:ext cx="23774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FASTAPI + 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Backend + Agent Orchestration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API layer + LangGraph agents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Planning + coding agent workflows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MCP integration for real-time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39" y="1691640"/>
            <a:ext cx="237743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NEXT.JS WEB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PM / Analyst / Designer Portal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Dashboard, knowledge base, docs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Epic &amp; story management, planning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Jira/Linear integration (planned)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691640"/>
            <a:ext cx="2377439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ELECTRON DESKTOP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1945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8B5CF6"/>
                </a:solidFill>
                <a:latin typeface="Calibri"/>
              </a:defRPr>
            </a:pPr>
            <a:r>
              <a:t>Developer + Agent Execution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Full local filesystem access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Claude Code SDK integration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Git worktree management, terminals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Primary relational database hosted by Supabase. Projects, stories, tasks, user data, workflow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3891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4434840"/>
            <a:ext cx="31089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NEO4J GRAPH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Temporal and episodic memory. Step-by-step learnings, pattern discovery, agent decision history.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3891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434840"/>
            <a:ext cx="31089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WEAVIATE V8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377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Vector database for semantic search. Knowledge base embeddings across all 3 tiers. Context retrieval.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Why Two Frontends:  Web App = collaboration (no filesystem access)  |  Desktop App = execution (full local access, Git, IDE, agents)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Quality of AI Output Is a Direct Function of Context Quality.</a:t>
            </a:r>
            <a:br/>
            <a:r>
              <a:t>DevByte Solves This with a 3-Tier Knowledge Hierarchy.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"Feed bad context, the output will definitely be bad. Data science problems start with data cleaning and organization."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TIER 1: PLATFORM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Generic. Applies to ALL organizations.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31720"/>
            <a:ext cx="585215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LangGraph, Supabase, Python documentation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Framework best practices and patterns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Third-party library references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Provided by DevByte out of the 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749039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TIER 2: ORGANIZATION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Org-specific. Applies across ALL projects in the org.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5852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Tech stack preferences (Next.js, Supabase, FastAPI, Weaviate)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Coding standards, PR/commit conventions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Testing strategy, deployment processes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Common architectural patterns + templates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Enables faster project setup (e.g., Supabase + Next.js starter)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394959"/>
            <a:ext cx="54864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TIER 3: PROJECT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Project-specific. Can override org defaults.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440680"/>
            <a:ext cx="5852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PRDs, architecture docs, ADRs, project briefs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Business rules, scoring logic, matching algorithms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UI spec documents (color palette, spacing, components)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Technology overrides (e.g., MongoDB instead of Supabase)</a:t>
            </a:r>
          </a:p>
          <a:p>
            <a:pPr>
              <a:spcAft>
                <a:spcPts val="33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Learnings promoted upward to Org Knowledge when reusable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AUTONOMOUS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DevByte Orchestrates Three Phases - Planning, Execution, and</a:t>
            </a:r>
            <a:br/>
            <a:r>
              <a:t>Deployment - as a Single Autonomous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PHASE 1: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Platform: 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Agents: Analyst, PM, Architect, SM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agents create PRDs, architecture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docs, and project briefs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Output feeds directly into knowledge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base as project-level context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F59E0B"/>
                </a:solidFill>
                <a:latin typeface="Calibri"/>
              </a:defRPr>
            </a:pPr>
            <a:r>
              <a:t>Defines WHAT to build, not HOW</a:t>
            </a:r>
          </a:p>
          <a:p>
            <a:pPr>
              <a:spcAft>
                <a:spcPts val="359"/>
              </a:spcAft>
              <a:defRPr sz="1100" b="0">
                <a:solidFill>
                  <a:srgbClr val="F59E0B"/>
                </a:solidFill>
                <a:latin typeface="Calibri"/>
              </a:defRPr>
            </a:pPr>
            <a:r>
              <a:t>Higher-level technical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9164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PHASE 2: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Platform: Desktop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Agent: Coding Agent (9-step workflow)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Discovery -&gt; fetch story details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Knowledge search -&gt; 3-tier context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 Context quality assessment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 Spec creation -&gt; implementation plan</a:t>
            </a:r>
          </a:p>
          <a:p>
            <a:pPr>
              <a:spcAft>
                <a:spcPts val="359"/>
              </a:spcAft>
              <a:defRPr sz="1100" b="0">
                <a:solidFill>
                  <a:srgbClr val="F59E0B"/>
                </a:solidFill>
                <a:latin typeface="Calibri"/>
              </a:defRPr>
            </a:pPr>
            <a:r>
              <a:t>5. Human review + approval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6. Task execution (real-time MCP)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7. Validation against acceptance criteria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8. Memory storage -&gt; Neo4j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9. Commit + push to story branch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3: REVIEW &amp;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Platform: Desktop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Agent: Merge Conflict Resolution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End-to-end testing of completed story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Code quality review + git diff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merge conflict resolution agent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(understands intent of both stories)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Human approval -&gt; push -&gt; PR -&gt; merge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Sequential merging ensures integrity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Human Responsibility: Strategy, context quality, spec approval, merge approval, architecture decisions</a:t>
            </a:r>
          </a:p>
          <a:p>
            <a:pPr>
              <a:spcAft>
                <a:spcPts val="48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Agent Responsibility: Code generation, testing, documentation, conflict resolution, status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PARALLELIZATION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Git Worktree Isolation Enables True Parallel Story</a:t>
            </a:r>
            <a:br/>
            <a:r>
              <a:t>Execution Without Merge Hell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How Parallel Execution Works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Story picked from backlog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957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New worktree created (full project copy)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977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797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New branch created (branch = story ID)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63824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63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Coding agent develops in isolation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4787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47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Story complete -&gt; commit to branch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Check for changes merged by others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31596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159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Merge conflict agent resolves (if needed)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70001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00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Human approval -&gt; sequential merge to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Architecture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11680"/>
            <a:ext cx="521208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05740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ISOLATION GUARANTEES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60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Each story gets its own worktree (full copy)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Agents code independently - zero interference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Multiple projects, epics, stories in parallel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Single desktop app manages all sessions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66160"/>
            <a:ext cx="521208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611879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MERGE INTEGRITY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Development: parallel across worktrees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Merging: ALWAYS sequential to main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Dependency tracking prevents premature starts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AI merge conflict agent understands both intents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1206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5166359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MEMORY &amp;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69279"/>
            <a:ext cx="4846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Neo4j stores step-by-step learnings per story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Pattern discovery -&gt; reusable org knowledge</a:t>
            </a:r>
          </a:p>
          <a:p>
            <a:pPr>
              <a:spcAft>
                <a:spcPts val="359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No existing tool has persistent memory like this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EMBEDBYTE VERTICAL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EmbedByte Applies DevByte's Autonomous Execution Layer</a:t>
            </a:r>
            <a:br/>
            <a:r>
              <a:t>to the $15B Embedded Systems Market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384048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The Strategic Pivot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DevByte is a horizontal platform.</a:t>
            </a:r>
          </a:p>
          <a:p>
            <a:pPr>
              <a:spcAft>
                <a:spcPts val="480"/>
              </a:spcAft>
              <a:defRPr sz="1400" b="1">
                <a:solidFill>
                  <a:srgbClr val="06B6D4"/>
                </a:solidFill>
                <a:latin typeface="Calibri"/>
              </a:defRPr>
            </a:pPr>
            <a:r>
              <a:t>EmbedByte is its first vertical application.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Why Embedded Systems?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Embedded engineers face the same SDLC bottleneck: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manual coding of repetitive firmware patterns,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HAL configurations, peripheral drivers, and test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harnesses that follow well-documented specs.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This is exactly the class of work where DevByte's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context-driven agents achieve 90% one-shot success.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200" b="0">
                <a:solidFill>
                  <a:srgbClr val="3B82F6"/>
                </a:solidFill>
                <a:latin typeface="Calibri"/>
              </a:defRPr>
            </a:pPr>
            <a:r>
              <a:t>"The way for us to win is to focus on a specific niche."</a:t>
            </a:r>
          </a:p>
          <a:p>
            <a:pPr>
              <a:spcAft>
                <a:spcPts val="48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- Vinay Kovvuri, Co-Founder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What EmbedByte Adds to DevByte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331720"/>
            <a:ext cx="5029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EMBEDDED PLATFORM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846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STM32 HAL/LL libraries, CMSIS, FreeRTOS,</a:t>
            </a:r>
            <a:br/>
            <a:r>
              <a:t>peripheral driver patterns, memory-mapped I/O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33756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383279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SAFETY-CRITICAL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846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Railway signaling standards, IEC 61508,</a:t>
            </a:r>
            <a:br/>
            <a:r>
              <a:t>DO-178C patterns, MISRA C compliance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43484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HARDWARE-AWARE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59"/>
            <a:ext cx="4846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Agents understand register maps, DMA,</a:t>
            </a:r>
            <a:br/>
            <a:r>
              <a:t>interrupt priorities, power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440679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5486399"/>
            <a:ext cx="5029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62355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FIRMWARE TEST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989319"/>
            <a:ext cx="48463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Automated unit tests, HIL test harnesses,</a:t>
            </a:r>
            <a:br/>
            <a:r>
              <a:t>boundary value analysis for embedded I/O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EmbedByte = DevByte Platform Core + Embedded Tier 1 Knowledge + Safety-Critical Workflows + Hardware-Aware Agent Behaviors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STM32 + RAILWAY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STM32 Firmware Development Is 70% Repetitive Pattern Work.</a:t>
            </a:r>
            <a:br/>
            <a:r>
              <a:t>Exactly Where AI Agents Excel.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384048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What EmbedByte Agents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HAL/LL Driver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GPIO, UART, SPI, I2C, CAN, ADC setup from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Peripheral Initialization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81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Clock trees, DMA channels, interrupt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Communication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7588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Railway signaling protocols, CAN bus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Test Harness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70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Unit tests, integration tests, boundary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MISRA C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6460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Static analysis rules, safe coding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A3A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58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Register maps, API docs, compliance matrices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3-Tier Knowledge for Embedded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8600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331720"/>
            <a:ext cx="5029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TIER 1: PLATFORM (EMBEDDED)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STM32 HAL docs, CMSIS headers, FreeRTOS API,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ARM Cortex-M architecture, linker scripts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7472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520439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TIER 2: ORG (RAILWAY STANDARDS)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5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IEC 61508 SIL patterns, CENELEC EN 50128,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company coding standards, review checklists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66344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4709159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TIER 3: PROJECT (CONTROLLER)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Specific STM32 variant register maps, pin configs,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project-specific protocols, test requirements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85216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Railway embedded firmware is highly specified, pattern-driven, and compliance-heavy.</a:t>
            </a:r>
          </a:p>
          <a:p>
            <a:pPr>
              <a:spcAft>
                <a:spcPts val="480"/>
              </a:spcAft>
              <a:defRPr sz="1200" b="0">
                <a:solidFill>
                  <a:srgbClr val="06B6D4"/>
                </a:solidFill>
                <a:latin typeface="Calibri"/>
              </a:defRPr>
            </a:pPr>
            <a:r>
              <a:t>This makes it ideal for context-driven agent execution - the more structured the spec, the higher the one-shot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CASE STUDY: GBS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GBS Tech Validates EmbedByte as the First Paid Deployment</a:t>
            </a:r>
            <a:br/>
            <a:r>
              <a:t>of AI-Driven Embedded SDLC Automation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384048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9202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4846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CLIENT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Company: GBS Tech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Industry: Railway Embedded Systems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Technology: STM32 Controllers</a:t>
            </a:r>
          </a:p>
          <a:p>
            <a:pPr>
              <a:spcAft>
                <a:spcPts val="359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Status: Closed deal - first paying client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Engagement: In-person deployment (Hyderabad)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96596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DEVBYTE DEPLOYMENT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Full AI-SDLC platform for firmware development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STM32-specific knowledge base (Tier 1)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Railway standards integrated (Tier 2)</a:t>
            </a:r>
          </a:p>
          <a:p>
            <a:pPr>
              <a:spcAft>
                <a:spcPts val="359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LLM costs handled by ThinkByte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Client needs: GitHub + DevByte access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Projected Impact (Based on DevByte Internal Benchmarks)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23774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FIRMWARE DEV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2-3x 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Routine HAL configurations,</a:t>
            </a:r>
            <a:br/>
            <a:r>
              <a:t>driver code, test harnesses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59" y="42976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599" y="4343400"/>
            <a:ext cx="2377439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ONE-SHOT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90%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120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On routine peripheral setup,</a:t>
            </a:r>
            <a:br/>
            <a:r>
              <a:t>communication protocols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799" y="42976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39" y="4343400"/>
            <a:ext cx="237743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COMPLIANCE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5120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MISRA C checks, documentation</a:t>
            </a:r>
            <a:br/>
            <a:r>
              <a:t>generation, traceability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42976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4343400"/>
            <a:ext cx="23774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19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TEAM THROUGHPUT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4709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3x multiplier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5120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Each engineer enabled by</a:t>
            </a:r>
            <a:br/>
            <a:r>
              <a:t>context-driven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B6D4"/>
                </a:solidFill>
                <a:latin typeface="Calibri"/>
              </a:defRPr>
            </a:pPr>
            <a:r>
              <a:t>GBS Tech: First external validation that AI-driven SDLC applies to safety-critical embedded systems, not just web/cloud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PRODUCTION EVIDENCE +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90% One-Shot Success + 20 Production Deployments</a:t>
            </a:r>
            <a:br/>
            <a:r>
              <a:t>Prove the Execution Model Works at Scale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One-Shot Execution Performance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011680"/>
              </a:tblGrid>
              <a:tr h="3265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Category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One-Shot Rate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Behavior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Bug fixes / patches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Resolve from spec + test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HAL driver configs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Pattern-match from Tier 1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Small features / scripts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Spec -&gt; code -&gt; validate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API endpoints / CRUD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~90%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Template-driven generation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Complex integrations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50-70%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Human-in-loop refinement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Greenfield architecture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30-50%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Agent assists, human leads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ThinkByte Production Track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SEOByte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20+ agents, 860-3,080% traffic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011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5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NinjaHire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20+ agents, 90% faster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Anvayaa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Patent-pending, 6+ AI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3108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Piaxis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80% detailing time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3657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DevByte ROI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98348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DEVELOPER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3x throughput multiplier per engineer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Agents handle boilerplate, CRUD, testing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Humans focus on architecture +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9377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98348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DELIVERY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2-week epics completed in 2 days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Parallel story execution via worktrees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Real-time MCP progress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9377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983480"/>
            <a:ext cx="31089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KNOWLEDGE COMPOUND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Neo4j memory improves with every story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Org knowledge reduces ramp-up time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Pattern discovery automates learnings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DevByte Is Live. EmbedByte Is Deploying.</a:t>
            </a:r>
            <a:br/>
            <a:r>
              <a:t>The Integration Timeline Is Weeks, Not Quarters.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Live &amp;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DevByte in daily internal use at ThinkByte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GBS Tech deployment underway (Hyderabad)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20+ production AI systems shipped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Claude Code SDK integration complete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GitHub auto-push, MCP tracking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916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Scale &amp; 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Jira + Linear bidirectional sync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Interactive mode (CLI-like desktop)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Multi-model support (beyond Claude)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Visual workflow builder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Brownfield project support (BMAT flows)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30175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H2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Expand &amp; Dominate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EmbedByte vertical GA launch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Additional verticals (automotive, medical)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Enterprise SSO + audit logging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Token efficiency optimization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Windows platform refinement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698480" cy="15544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60-minute architecture walkthrough</a:t>
            </a:r>
            <a:br/>
            <a:r>
              <a:t>with live DevByte demo + code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Timeline: This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PILOT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DevByte deployed to your team</a:t>
            </a:r>
            <a:br/>
            <a:r>
              <a:t>with org-specific knowledge loaded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Timeline: 2-4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EMBEDBYTE VERTICAL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Custom embedded knowledge tiers</a:t>
            </a:r>
            <a:br/>
            <a:r>
              <a:t>for your hardware + compliance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Timeline: 4-6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ThinkByte Technologies  |  thinkbyte.ai  |  Confidential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